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74320"/>
            <a:ext cx="301752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100" b="1">
                <a:solidFill>
                  <a:srgbClr val="0042B4"/>
                </a:solidFill>
                <a:latin typeface="Noto Sans CJK SC"/>
              </a:rPr>
              <a:t>当前研究成果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786384"/>
            <a:ext cx="3337560" cy="402336"/>
          </a:xfrm>
          <a:prstGeom prst="round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859536"/>
            <a:ext cx="33375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</a:rPr>
              <a:t>论文与集成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261872"/>
            <a:ext cx="3337560" cy="5102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发表论文2篇（SC2026），其中1篇已成功集成到 vllm-hust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93392"/>
            <a:ext cx="274320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前述9个技术点有7个已经成功集成到 vllm-hust / vllm-ascend-hust，并显著提高整体性能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6148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4320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撰写《面向国产算力推理引擎综述》篇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9184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73552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撰写《中兴通讯技术》邀请稿1篇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822191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03904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获批举办第1届 StateSys workshop（w/ ATC 2026）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5833872"/>
            <a:ext cx="3017520" cy="310896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907024"/>
            <a:ext cx="2834640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780" b="1">
                <a:solidFill>
                  <a:srgbClr val="004C8C"/>
                </a:solidFill>
                <a:latin typeface="Noto Sans CJK SC"/>
              </a:rPr>
              <a:t>核心叙事：多类在线负载共同验证系统优化收益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13632" y="530352"/>
            <a:ext cx="7882127" cy="420624"/>
          </a:xfrm>
          <a:prstGeom prst="roundRect">
            <a:avLst/>
          </a:prstGeom>
          <a:solidFill>
            <a:srgbClr val="B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621792"/>
            <a:ext cx="7882127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Noto Sans CJK SC"/>
              </a:rPr>
              <a:t>多 workload 性能优化证据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1060704"/>
            <a:ext cx="7882127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ulti_workload_optimization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133856"/>
            <a:ext cx="7662672" cy="51572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94960" y="6446520"/>
            <a:ext cx="484632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19" b="0">
                <a:solidFill>
                  <a:srgbClr val="2D2D2D"/>
                </a:solidFill>
                <a:latin typeface="Noto Sans CJK SC"/>
              </a:rPr>
              <a:t>https://vllm-hust.sage.org.ai/leaderboard.html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48288" y="6473952"/>
            <a:ext cx="411480" cy="1097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550" b="0">
                <a:solidFill>
                  <a:srgbClr val="285AAA"/>
                </a:solidFill>
                <a:latin typeface="Noto Sans CJK SC"/>
              </a:rPr>
              <a:t>Page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